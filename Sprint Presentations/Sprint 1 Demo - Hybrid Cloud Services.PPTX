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63" r:id="rId4"/>
    <p:sldId id="260" r:id="rId5"/>
    <p:sldId id="257" r:id="rId6"/>
    <p:sldId id="258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50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2/8/2016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717" y="489188"/>
            <a:ext cx="11094097" cy="1641490"/>
          </a:xfrm>
        </p:spPr>
        <p:txBody>
          <a:bodyPr>
            <a:normAutofit/>
          </a:bodyPr>
          <a:lstStyle/>
          <a:p>
            <a:pPr algn="ctr"/>
            <a:r>
              <a:rPr lang="en-US" sz="6600" dirty="0" smtClean="0">
                <a:effectLst/>
              </a:rPr>
              <a:t>HYBRID CLOUD SERVICE</a:t>
            </a:r>
            <a:endParaRPr lang="en-US" sz="6600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0342" y="1614196"/>
            <a:ext cx="10187473" cy="5066522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Sprint 1 demo : Feb 9, 2016</a:t>
            </a:r>
          </a:p>
          <a:p>
            <a:pPr algn="l"/>
            <a:endParaRPr lang="en-US" dirty="0"/>
          </a:p>
          <a:p>
            <a:pPr algn="l"/>
            <a:endParaRPr lang="en-US" dirty="0" smtClean="0"/>
          </a:p>
          <a:p>
            <a:r>
              <a:rPr lang="en-US" sz="2800" dirty="0" smtClean="0"/>
              <a:t>-Akash Singh</a:t>
            </a:r>
          </a:p>
          <a:p>
            <a:r>
              <a:rPr lang="en-US" sz="2800" dirty="0" smtClean="0"/>
              <a:t>-Jaison Babu</a:t>
            </a:r>
          </a:p>
          <a:p>
            <a:r>
              <a:rPr lang="en-US" sz="2800" dirty="0" smtClean="0"/>
              <a:t>-Surekha Jadhwani</a:t>
            </a:r>
          </a:p>
          <a:p>
            <a:r>
              <a:rPr lang="en-US" sz="2800" dirty="0" smtClean="0"/>
              <a:t>-Vignesh Shanmuganathan</a:t>
            </a:r>
          </a:p>
          <a:p>
            <a:pPr algn="l"/>
            <a:r>
              <a:rPr lang="en-US" sz="2800" dirty="0" smtClean="0"/>
              <a:t>Mentor:  Xu(Simon) Chen</a:t>
            </a:r>
            <a:endParaRPr lang="en-US" sz="2800" dirty="0"/>
          </a:p>
          <a:p>
            <a:endParaRPr lang="en-US" sz="2000" dirty="0" smtClean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94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 smtClean="0"/>
              <a:t>Goals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Develop an hybrid cloud model that allows application to support data processing in either private or public or both clouds with seamless data distribution.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Easy user configuration to identify sensitive and non-sensitive data</a:t>
            </a:r>
            <a:r>
              <a:rPr lang="en-US" sz="2000" dirty="0" smtClean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Data segregation of live twitter feed using tagging mechanism that allows distribution of data between private and public cloud.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Performance benchmarking of data analysis  jobs between private, public and hybrid cloud.</a:t>
            </a:r>
          </a:p>
        </p:txBody>
      </p:sp>
    </p:spTree>
    <p:extLst>
      <p:ext uri="{BB962C8B-B14F-4D97-AF65-F5344CB8AC3E}">
        <p14:creationId xmlns:p14="http://schemas.microsoft.com/office/powerpoint/2010/main" val="1316687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</a:t>
            </a:r>
            <a:r>
              <a:rPr lang="en-US" dirty="0" smtClean="0"/>
              <a:t>Overview(cont’d):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/>
              <a:t>Users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Companies with private cloud wishing to incorporate public cloud infrastructure without compromising data security.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Software developers who can make use of the combined public and private cloud.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Researchers of hybrid cloud computing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76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2402" y="1825625"/>
            <a:ext cx="87297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3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Sprint 1 planning: Feb 9	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119999" y="1825624"/>
            <a:ext cx="10505943" cy="4547183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i="1" u="sng" dirty="0" smtClean="0"/>
              <a:t>User story covered: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smtClean="0"/>
              <a:t>As a user , one must be able to retrieve live twitter feed and view sensitive data locally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 smtClean="0"/>
              <a:t>Set-up a private cloud in AWS and public cloud in Massachusetts Open Cloud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 smtClean="0"/>
              <a:t>Install Hadoop on AWS and MOC.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 smtClean="0"/>
              <a:t>Configure spark streaming job that consumes twitter live feed on local machine.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/>
              <a:t>Configure tags to identify sensitive </a:t>
            </a:r>
            <a:r>
              <a:rPr lang="en-US" sz="1800" dirty="0" smtClean="0"/>
              <a:t>data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 smtClean="0"/>
              <a:t>Create a parser algorithm that partitions the consumed data into sensitive and non-sensitive data based on twitter tags  on local machine.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lvl="2">
              <a:buFont typeface="Wingdings" panose="05000000000000000000" pitchFamily="2" charset="2"/>
              <a:buChar char="ü"/>
            </a:pPr>
            <a:endParaRPr lang="en-US" sz="1800" dirty="0" smtClean="0"/>
          </a:p>
          <a:p>
            <a:pPr marL="914400" lvl="2" indent="0">
              <a:buNone/>
            </a:pPr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137768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Faced: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Establishing SSH connection to MOC machine:</a:t>
            </a:r>
          </a:p>
          <a:p>
            <a:pPr lvl="1"/>
            <a:r>
              <a:rPr lang="en-US" sz="2000" dirty="0" smtClean="0"/>
              <a:t>Generate key-pair and assign to individual machine while creating VM and export to local machine and convert to putty format using Putty Generator.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dirty="0"/>
              <a:t>No internet access on Ubuntu VM during spark installation:</a:t>
            </a:r>
          </a:p>
          <a:p>
            <a:pPr lvl="1"/>
            <a:r>
              <a:rPr lang="en-US" sz="2000" dirty="0"/>
              <a:t>Update /</a:t>
            </a:r>
            <a:r>
              <a:rPr lang="en-US" sz="2000" dirty="0" err="1"/>
              <a:t>etc</a:t>
            </a:r>
            <a:r>
              <a:rPr lang="en-US" sz="2000" dirty="0"/>
              <a:t>/</a:t>
            </a:r>
            <a:r>
              <a:rPr lang="en-US" sz="2000" dirty="0" err="1"/>
              <a:t>resol.conf</a:t>
            </a:r>
            <a:r>
              <a:rPr lang="en-US" sz="2000" dirty="0"/>
              <a:t> with appropriate server detail.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dirty="0"/>
              <a:t>Packaging and deploying spark streaming application:</a:t>
            </a:r>
          </a:p>
          <a:p>
            <a:pPr lvl="1"/>
            <a:r>
              <a:rPr lang="en-US" sz="2000" dirty="0"/>
              <a:t>Created </a:t>
            </a:r>
            <a:r>
              <a:rPr lang="en-US" sz="2000" dirty="0" err="1"/>
              <a:t>build.sbt</a:t>
            </a:r>
            <a:r>
              <a:rPr lang="en-US" sz="2000" dirty="0"/>
              <a:t> to add </a:t>
            </a:r>
            <a:r>
              <a:rPr lang="en-US" sz="2000" dirty="0" err="1"/>
              <a:t>dependant</a:t>
            </a:r>
            <a:r>
              <a:rPr lang="en-US" sz="2000" dirty="0"/>
              <a:t> jar files.</a:t>
            </a:r>
          </a:p>
          <a:p>
            <a:pPr marL="228600" lvl="1"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dirty="0"/>
              <a:t>Filtering twitter feeds based on </a:t>
            </a:r>
            <a:r>
              <a:rPr lang="en-US" dirty="0"/>
              <a:t>user configuration </a:t>
            </a:r>
            <a:r>
              <a:rPr lang="en-US" dirty="0"/>
              <a:t>from live stream</a:t>
            </a:r>
            <a:r>
              <a:rPr lang="en-US" dirty="0" smtClean="0"/>
              <a:t>:</a:t>
            </a:r>
          </a:p>
          <a:p>
            <a:pPr lvl="1"/>
            <a:r>
              <a:rPr lang="en-US" sz="2000" dirty="0"/>
              <a:t>Used Java lambda functions </a:t>
            </a:r>
            <a:r>
              <a:rPr lang="en-US" sz="2000" dirty="0" smtClean="0"/>
              <a:t>to filter </a:t>
            </a:r>
            <a:r>
              <a:rPr lang="en-US" sz="2000" dirty="0"/>
              <a:t>twitter Status object and then mapped the filter S</a:t>
            </a:r>
            <a:r>
              <a:rPr lang="en-US" sz="2000" dirty="0" smtClean="0"/>
              <a:t>tatus object Collection to retrieve twitter feed text.</a:t>
            </a:r>
          </a:p>
          <a:p>
            <a:pPr lvl="1"/>
            <a:r>
              <a:rPr lang="en-US" sz="2000" dirty="0" smtClean="0"/>
              <a:t>Working on migration of twiter4j library to the filter data based on language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6208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Plan for Sprint </a:t>
            </a:r>
            <a:r>
              <a:rPr lang="en-US" b="1" dirty="0" smtClean="0"/>
              <a:t>2: Feb 23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10645902" cy="444454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i="1" u="sng" dirty="0"/>
              <a:t>User story </a:t>
            </a:r>
            <a:r>
              <a:rPr lang="en-US" i="1" u="sng" dirty="0" smtClean="0"/>
              <a:t>planned:</a:t>
            </a:r>
            <a:endParaRPr lang="en-US" i="1" u="sng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As a user , one must be able to store his sensitive data in a secure cloud service and non-sensitive data in a public cloud service.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 smtClean="0"/>
              <a:t>Install </a:t>
            </a:r>
            <a:r>
              <a:rPr lang="en-US" sz="1800" dirty="0"/>
              <a:t>Hadoop on AWS and </a:t>
            </a:r>
            <a:r>
              <a:rPr lang="en-US" sz="1800" dirty="0" smtClean="0"/>
              <a:t>MOC in multi node cluster mode.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/>
              <a:t>Establish communication between MOC cluster and AWS cluster</a:t>
            </a:r>
            <a:r>
              <a:rPr lang="en-US" sz="1800" dirty="0" smtClean="0"/>
              <a:t>.</a:t>
            </a: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/>
              <a:t>Configure spark streaming job in private cloud that consumes twitter live </a:t>
            </a:r>
            <a:r>
              <a:rPr lang="en-US" sz="1800" dirty="0" smtClean="0"/>
              <a:t>feed on AWS Hadoop cluster.</a:t>
            </a:r>
            <a:endParaRPr lang="en-US" sz="1800" dirty="0"/>
          </a:p>
          <a:p>
            <a:pPr lvl="2">
              <a:buFont typeface="Wingdings" panose="05000000000000000000" pitchFamily="2" charset="2"/>
              <a:buChar char="ü"/>
            </a:pPr>
            <a:r>
              <a:rPr lang="en-US" sz="1800" dirty="0" smtClean="0"/>
              <a:t>Extend the  </a:t>
            </a:r>
            <a:r>
              <a:rPr lang="en-US" sz="1800" dirty="0"/>
              <a:t>parser algorithm that partitions the consumed data into private and public based on twitter tags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41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559444"/>
            <a:ext cx="10515600" cy="3954948"/>
          </a:xfrm>
        </p:spPr>
        <p:txBody>
          <a:bodyPr>
            <a:normAutofit/>
          </a:bodyPr>
          <a:lstStyle/>
          <a:p>
            <a:pPr algn="ctr"/>
            <a:r>
              <a:rPr lang="en-US" sz="8800" dirty="0" smtClean="0"/>
              <a:t>DEMO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948976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559444"/>
            <a:ext cx="10515600" cy="3954948"/>
          </a:xfrm>
        </p:spPr>
        <p:txBody>
          <a:bodyPr>
            <a:normAutofit/>
          </a:bodyPr>
          <a:lstStyle/>
          <a:p>
            <a:pPr algn="ctr"/>
            <a:r>
              <a:rPr lang="en-US" sz="8800" dirty="0" smtClean="0"/>
              <a:t>Questions?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990421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559444"/>
            <a:ext cx="10515600" cy="3954948"/>
          </a:xfrm>
        </p:spPr>
        <p:txBody>
          <a:bodyPr>
            <a:normAutofit/>
          </a:bodyPr>
          <a:lstStyle/>
          <a:p>
            <a:pPr algn="ctr"/>
            <a:r>
              <a:rPr lang="en-US" sz="8800" dirty="0" smtClean="0"/>
              <a:t/>
            </a:r>
            <a:br>
              <a:rPr lang="en-US" sz="8800" dirty="0" smtClean="0"/>
            </a:br>
            <a:r>
              <a:rPr lang="en-US" sz="8800" dirty="0" smtClean="0"/>
              <a:t>Thank You</a:t>
            </a:r>
            <a:br>
              <a:rPr lang="en-US" sz="8800" dirty="0" smtClean="0"/>
            </a:b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75128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918</TotalTime>
  <Words>442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Wingdings</vt:lpstr>
      <vt:lpstr>Depth</vt:lpstr>
      <vt:lpstr>HYBRID CLOUD SERVICE</vt:lpstr>
      <vt:lpstr>Project Overview:</vt:lpstr>
      <vt:lpstr>Project Overview(cont’d):</vt:lpstr>
      <vt:lpstr>Architecture:</vt:lpstr>
      <vt:lpstr>Sprint 1 planning: Feb 9 </vt:lpstr>
      <vt:lpstr>Problems Faced:</vt:lpstr>
      <vt:lpstr>Plan for Sprint 2: Feb 23</vt:lpstr>
      <vt:lpstr>DEMO</vt:lpstr>
      <vt:lpstr>Questions?</vt:lpstr>
      <vt:lpstr> Thank You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CLOUD SERVICE</dc:title>
  <dc:creator>vignesh skv</dc:creator>
  <cp:lastModifiedBy>vignesh skv</cp:lastModifiedBy>
  <cp:revision>47</cp:revision>
  <dcterms:created xsi:type="dcterms:W3CDTF">2016-02-09T01:54:18Z</dcterms:created>
  <dcterms:modified xsi:type="dcterms:W3CDTF">2016-02-09T17:13:01Z</dcterms:modified>
</cp:coreProperties>
</file>