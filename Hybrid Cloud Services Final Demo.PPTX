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69" r:id="rId4"/>
    <p:sldId id="270" r:id="rId5"/>
    <p:sldId id="271" r:id="rId6"/>
    <p:sldId id="280" r:id="rId7"/>
    <p:sldId id="273" r:id="rId8"/>
    <p:sldId id="272" r:id="rId9"/>
    <p:sldId id="276" r:id="rId10"/>
    <p:sldId id="275" r:id="rId11"/>
    <p:sldId id="274" r:id="rId12"/>
    <p:sldId id="279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5353"/>
  </p:normalViewPr>
  <p:slideViewPr>
    <p:cSldViewPr snapToGrid="0" showGuides="1">
      <p:cViewPr>
        <p:scale>
          <a:sx n="100" d="100"/>
          <a:sy n="100" d="100"/>
        </p:scale>
        <p:origin x="336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A7D708-E48E-FC41-A8C8-2661DA285E2B}" type="datetimeFigureOut">
              <a:rPr lang="en-US" smtClean="0"/>
              <a:t>4/26/16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C5F11F-083C-C944-A8FE-E9AB7C1C5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571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5F11F-083C-C944-A8FE-E9AB7C1C51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623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5F11F-083C-C944-A8FE-E9AB7C1C511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558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19FB2-3AAB-4D03-B13A-2960828C78E3}" type="datetimeFigureOut">
              <a:rPr lang="en-US" dirty="0"/>
              <a:t>4/26/16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6976-5D93-46E4-A98A-FAD63E4D0EA8}" type="datetimeFigureOut">
              <a:rPr lang="en-US" dirty="0"/>
              <a:t>4/26/16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F4F5-F4D2-4D2A-AB60-88D37ADCB869}" type="datetimeFigureOut">
              <a:rPr lang="en-US" dirty="0"/>
              <a:t>4/26/16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C6CE-6D1E-47E5-8859-F31AC5380EB2}" type="datetimeFigureOut">
              <a:rPr lang="en-US" dirty="0"/>
              <a:t>4/26/16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E7C4-4DA4-404D-9965-B13F2DD7D8BF}" type="datetimeFigureOut">
              <a:rPr lang="en-US" dirty="0"/>
              <a:t>4/26/16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FB7AA-4A53-424F-AD41-70827B6504BA}" type="datetimeFigureOut">
              <a:rPr lang="en-US" dirty="0"/>
              <a:t>4/26/16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84882-FB12-4BC8-9960-9AD8104D7FAE}" type="datetimeFigureOut">
              <a:rPr lang="en-US" dirty="0"/>
              <a:t>4/26/16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BD23-6E54-4D9D-AD88-A2813C73CC25}" type="datetimeFigureOut">
              <a:rPr lang="en-US" dirty="0"/>
              <a:t>4/26/16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A834-4F3C-4AF9-9C74-05EC35A0F292}" type="datetimeFigureOut">
              <a:rPr lang="en-US" dirty="0"/>
              <a:t>4/26/16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C674-7DFC-42FE-B9CD-82963CDB1557}" type="datetimeFigureOut">
              <a:rPr lang="en-US" dirty="0"/>
              <a:t>4/26/16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456F-F47D-4F25-8053-2A695DA0CA7D}" type="datetimeFigureOut">
              <a:rPr lang="en-US" dirty="0"/>
              <a:t>4/26/16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7379-69CC-4837-9905-BEBA22830C8A}" type="datetimeFigureOut">
              <a:rPr lang="en-US" dirty="0"/>
              <a:t>4/26/16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B8B7E-8AEE-4F10-BFEE-C999AD004D36}" type="datetimeFigureOut">
              <a:rPr lang="en-US" dirty="0"/>
              <a:t>4/26/16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F3F9-58BC-440B-B37B-805B9055EF92}" type="datetimeFigureOut">
              <a:rPr lang="en-US" dirty="0"/>
              <a:t>4/26/16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A53AF-48EA-489D-8260-9DCAB666386A}" type="datetimeFigureOut">
              <a:rPr lang="en-US" dirty="0"/>
              <a:t>4/26/16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02AE-B9A4-47BD-AF8E-97E16144138B}" type="datetimeFigureOut">
              <a:rPr lang="en-US" dirty="0"/>
              <a:t>4/26/16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78B-DB02-4362-BCDC-98A55456977C}" type="datetimeFigureOut">
              <a:rPr lang="en-US" dirty="0"/>
              <a:t>4/26/16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1CF1133-3259-4C45-BABA-5B62D9C6F78D}" type="datetimeFigureOut">
              <a:rPr lang="en-US" dirty="0"/>
              <a:t>4/26/16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BU-NU-CLOUD-SP16/Hybrid-cloud-services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717" y="489188"/>
            <a:ext cx="11094097" cy="1641490"/>
          </a:xfrm>
        </p:spPr>
        <p:txBody>
          <a:bodyPr>
            <a:normAutofit/>
          </a:bodyPr>
          <a:lstStyle/>
          <a:p>
            <a:pPr algn="ctr"/>
            <a:r>
              <a:rPr lang="en-US" sz="6600" dirty="0" smtClean="0">
                <a:effectLst/>
              </a:rPr>
              <a:t>HYBRID CLOUD </a:t>
            </a:r>
            <a:r>
              <a:rPr lang="en-US" sz="6600" dirty="0" smtClean="0">
                <a:effectLst/>
              </a:rPr>
              <a:t>SERVICES</a:t>
            </a:r>
            <a:endParaRPr lang="en-US" sz="6600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0342" y="1614196"/>
            <a:ext cx="10187473" cy="5066522"/>
          </a:xfrm>
        </p:spPr>
        <p:txBody>
          <a:bodyPr>
            <a:normAutofit/>
          </a:bodyPr>
          <a:lstStyle/>
          <a:p>
            <a:pPr algn="l"/>
            <a:r>
              <a:rPr lang="en-US" dirty="0" smtClean="0"/>
              <a:t>Final demo : Apr 28, 2016</a:t>
            </a:r>
          </a:p>
          <a:p>
            <a:pPr algn="l"/>
            <a:endParaRPr lang="en-US" dirty="0"/>
          </a:p>
          <a:p>
            <a:pPr algn="l"/>
            <a:endParaRPr lang="en-US" dirty="0" smtClean="0"/>
          </a:p>
          <a:p>
            <a:r>
              <a:rPr lang="en-US" sz="2800" dirty="0" smtClean="0"/>
              <a:t>-Akash Singh</a:t>
            </a:r>
          </a:p>
          <a:p>
            <a:r>
              <a:rPr lang="en-US" sz="2800" dirty="0" smtClean="0"/>
              <a:t>-Jaison Babu</a:t>
            </a:r>
          </a:p>
          <a:p>
            <a:r>
              <a:rPr lang="en-US" sz="2800" dirty="0" smtClean="0"/>
              <a:t>-Surekha Jadhwani</a:t>
            </a:r>
          </a:p>
          <a:p>
            <a:r>
              <a:rPr lang="en-US" sz="2800" dirty="0" smtClean="0"/>
              <a:t>-Vignesh Shanmuganathan</a:t>
            </a:r>
          </a:p>
          <a:p>
            <a:pPr algn="l"/>
            <a:r>
              <a:rPr lang="en-US" sz="2800" dirty="0" smtClean="0"/>
              <a:t>Mentor:  Xu(Simon) Chen</a:t>
            </a:r>
            <a:endParaRPr lang="en-US" sz="2800" dirty="0"/>
          </a:p>
          <a:p>
            <a:endParaRPr lang="en-US" sz="2000" dirty="0" smtClean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94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0000" y="1825625"/>
            <a:ext cx="10233800" cy="3068347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600" dirty="0"/>
              <a:t>Goals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Develop an hybrid cloud model that allows application to support data processing in either private or public or both clouds with seamless data distribution.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Easy user configuration to identify sensitive and non-sensitive data.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Data segregation of live twitter feed using tagging mechanism that allows distribution of data between private and public cloud.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Performance benchmarking of data analysis  jobs between private, public and hybrid cloud.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51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Cluster Configuration: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120000" y="1470192"/>
            <a:ext cx="5025216" cy="440991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AWS </a:t>
            </a:r>
            <a:r>
              <a:rPr lang="en-US" sz="2800" dirty="0"/>
              <a:t>Configuration </a:t>
            </a:r>
            <a:r>
              <a:rPr lang="en-US" sz="2800" dirty="0" smtClean="0"/>
              <a:t>:</a:t>
            </a:r>
            <a:endParaRPr lang="en-US" sz="28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1120000" y="1938672"/>
            <a:ext cx="5025216" cy="368458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 smtClean="0"/>
              <a:t>No of machines: 2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smtClean="0"/>
              <a:t>Ram: 8GB/machine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smtClean="0"/>
              <a:t>Storage: </a:t>
            </a:r>
            <a:r>
              <a:rPr lang="en-US" sz="2000" dirty="0" smtClean="0"/>
              <a:t>15GB/machine</a:t>
            </a:r>
            <a:endParaRPr lang="en-US" sz="20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smtClean="0"/>
              <a:t>Sensitive Data: 4GB </a:t>
            </a:r>
            <a:endParaRPr lang="en-US" sz="20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6319840" y="1442701"/>
            <a:ext cx="5035548" cy="495971"/>
          </a:xfrm>
        </p:spPr>
        <p:txBody>
          <a:bodyPr>
            <a:normAutofit/>
          </a:bodyPr>
          <a:lstStyle/>
          <a:p>
            <a:r>
              <a:rPr lang="en-US" sz="2800" dirty="0" smtClean="0"/>
              <a:t>MOC Configuration:</a:t>
            </a:r>
            <a:endParaRPr lang="en-US" sz="2800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319840" y="1969540"/>
            <a:ext cx="5035548" cy="368458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No of machines</a:t>
            </a:r>
            <a:r>
              <a:rPr lang="en-US" sz="2000" dirty="0" smtClean="0"/>
              <a:t>: 5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Ram</a:t>
            </a:r>
            <a:r>
              <a:rPr lang="en-US" sz="2000" dirty="0" smtClean="0"/>
              <a:t>: 8GB/machine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Storage</a:t>
            </a:r>
            <a:r>
              <a:rPr lang="en-US" sz="2000" dirty="0" smtClean="0"/>
              <a:t>: 80GB/machine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Sensitive Data</a:t>
            </a:r>
            <a:r>
              <a:rPr lang="en-US" sz="2000" dirty="0" smtClean="0"/>
              <a:t>: 15GB</a:t>
            </a:r>
            <a:endParaRPr lang="en-US" sz="2000" dirty="0"/>
          </a:p>
          <a:p>
            <a:endParaRPr lang="en-US" dirty="0"/>
          </a:p>
        </p:txBody>
      </p:sp>
      <p:pic>
        <p:nvPicPr>
          <p:cNvPr id="9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551" y="3992139"/>
            <a:ext cx="8729770" cy="251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023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7309"/>
          </a:xfrm>
        </p:spPr>
        <p:txBody>
          <a:bodyPr/>
          <a:lstStyle/>
          <a:p>
            <a:r>
              <a:rPr lang="en-US" dirty="0" smtClean="0"/>
              <a:t>Trace back the path: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120000" y="1442434"/>
            <a:ext cx="10233800" cy="4734529"/>
          </a:xfrm>
        </p:spPr>
        <p:txBody>
          <a:bodyPr>
            <a:normAutofit fontScale="62500" lnSpcReduction="20000"/>
          </a:bodyPr>
          <a:lstStyle/>
          <a:p>
            <a:pPr marL="0" lvl="0" indent="0">
              <a:buClr>
                <a:srgbClr val="00B050"/>
              </a:buClr>
              <a:buNone/>
            </a:pPr>
            <a:r>
              <a:rPr lang="en-US" sz="4000" b="1" dirty="0" smtClean="0"/>
              <a:t>Progress = 100% goals achieved and stretch goal auto-scaling completed.</a:t>
            </a:r>
          </a:p>
          <a:p>
            <a:pPr lvl="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 smtClean="0"/>
              <a:t>Creating </a:t>
            </a:r>
            <a:r>
              <a:rPr lang="en-US" dirty="0"/>
              <a:t>a public </a:t>
            </a:r>
            <a:r>
              <a:rPr lang="en-US" dirty="0" smtClean="0"/>
              <a:t>cloud </a:t>
            </a:r>
            <a:r>
              <a:rPr lang="en-US" dirty="0"/>
              <a:t>in </a:t>
            </a:r>
            <a:r>
              <a:rPr lang="en-US" dirty="0" smtClean="0"/>
              <a:t>MOC </a:t>
            </a:r>
            <a:r>
              <a:rPr lang="en-US" dirty="0"/>
              <a:t>that contains </a:t>
            </a:r>
            <a:r>
              <a:rPr lang="en-US" dirty="0" smtClean="0"/>
              <a:t>non-sensitive data.</a:t>
            </a:r>
          </a:p>
          <a:p>
            <a:pPr lvl="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 smtClean="0"/>
              <a:t>Creating </a:t>
            </a:r>
            <a:r>
              <a:rPr lang="en-US" dirty="0"/>
              <a:t>a private cloud in AWS that contains sensitive </a:t>
            </a:r>
            <a:r>
              <a:rPr lang="en-US" dirty="0" smtClean="0"/>
              <a:t>data.</a:t>
            </a:r>
          </a:p>
          <a:p>
            <a:pPr lvl="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 smtClean="0"/>
              <a:t>Set-up </a:t>
            </a:r>
            <a:r>
              <a:rPr lang="en-US" dirty="0"/>
              <a:t>of Hadoop clusters in AWS and </a:t>
            </a:r>
            <a:r>
              <a:rPr lang="en-US" dirty="0" smtClean="0"/>
              <a:t>MOC.</a:t>
            </a:r>
          </a:p>
          <a:p>
            <a:pPr lvl="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 smtClean="0"/>
              <a:t>Establishing </a:t>
            </a:r>
            <a:r>
              <a:rPr lang="en-US" dirty="0"/>
              <a:t>communication between AWS and MOC for data </a:t>
            </a:r>
            <a:r>
              <a:rPr lang="en-US" dirty="0" smtClean="0"/>
              <a:t>transfers.</a:t>
            </a:r>
          </a:p>
          <a:p>
            <a:pPr lvl="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 smtClean="0"/>
              <a:t>A </a:t>
            </a:r>
            <a:r>
              <a:rPr lang="en-US" dirty="0"/>
              <a:t>spark streaming service running on AWS will gather real time data from twitter and partition data according to user configuration for classifying data as sensitive/non-sensitive. The proposed data classifiers include hash tag mechanism and </a:t>
            </a:r>
            <a:r>
              <a:rPr lang="en-US" dirty="0" smtClean="0"/>
              <a:t>linguistics.</a:t>
            </a:r>
          </a:p>
          <a:p>
            <a:pPr lvl="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 smtClean="0"/>
              <a:t>Based </a:t>
            </a:r>
            <a:r>
              <a:rPr lang="en-US" dirty="0"/>
              <a:t>on the </a:t>
            </a:r>
            <a:r>
              <a:rPr lang="en-US" dirty="0" smtClean="0"/>
              <a:t>twitter hashtags, </a:t>
            </a:r>
            <a:r>
              <a:rPr lang="en-US" dirty="0"/>
              <a:t>the created classifier will distribute data across AWS and </a:t>
            </a:r>
            <a:r>
              <a:rPr lang="en-US" dirty="0" smtClean="0"/>
              <a:t>MOC and write it on their HDFS</a:t>
            </a:r>
          </a:p>
          <a:p>
            <a:pPr lvl="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 smtClean="0"/>
              <a:t>Running </a:t>
            </a:r>
            <a:r>
              <a:rPr lang="en-US" dirty="0"/>
              <a:t>jobs in the following setups:</a:t>
            </a:r>
          </a:p>
          <a:p>
            <a:pPr lvl="1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/>
              <a:t>Running data analysis job on public cloud spanning the complete dataset (sensitive and non-sensitive data).</a:t>
            </a:r>
          </a:p>
          <a:p>
            <a:pPr lvl="1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/>
              <a:t>Running data analysis job on private cloud spanning the complete dataset.</a:t>
            </a:r>
          </a:p>
          <a:p>
            <a:pPr lvl="1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/>
              <a:t>Running data analysis job on non-sensitive data on public cloud and on sensitive data on private cloud, in parallel.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sz="2900" dirty="0"/>
              <a:t>Performing benchmark analysis on the above proposed configurations</a:t>
            </a:r>
            <a:r>
              <a:rPr lang="en-US" sz="2900" dirty="0" smtClean="0"/>
              <a:t>.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sz="2900" dirty="0" smtClean="0"/>
              <a:t>Auto-scaling for private cloud.</a:t>
            </a:r>
            <a:endParaRPr lang="en-US" sz="2900" dirty="0"/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en-US" sz="2900" dirty="0"/>
          </a:p>
        </p:txBody>
      </p:sp>
    </p:spTree>
    <p:extLst>
      <p:ext uri="{BB962C8B-B14F-4D97-AF65-F5344CB8AC3E}">
        <p14:creationId xmlns:p14="http://schemas.microsoft.com/office/powerpoint/2010/main" val="3057655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Weightage of the tasks: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139" y="1639888"/>
            <a:ext cx="9798296" cy="4675187"/>
          </a:xfrm>
        </p:spPr>
      </p:pic>
    </p:spTree>
    <p:extLst>
      <p:ext uri="{BB962C8B-B14F-4D97-AF65-F5344CB8AC3E}">
        <p14:creationId xmlns:p14="http://schemas.microsoft.com/office/powerpoint/2010/main" val="89007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 Results: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543" y="1825625"/>
            <a:ext cx="8461828" cy="4351338"/>
          </a:xfrm>
        </p:spPr>
      </p:pic>
    </p:spTree>
    <p:extLst>
      <p:ext uri="{BB962C8B-B14F-4D97-AF65-F5344CB8AC3E}">
        <p14:creationId xmlns:p14="http://schemas.microsoft.com/office/powerpoint/2010/main" val="436842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Major Innovations: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User defined data tagging mechanism to segregate data between private and public cloud without compromising sensitive </a:t>
            </a:r>
            <a:r>
              <a:rPr lang="en-US" sz="2400" dirty="0" smtClean="0"/>
              <a:t>information from a large data warehouse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Secured data transfer between private and public clouds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One Auto-scaling feature </a:t>
            </a:r>
            <a:r>
              <a:rPr lang="en-US" sz="2400" dirty="0" smtClean="0"/>
              <a:t>(stretch goal)</a:t>
            </a:r>
          </a:p>
        </p:txBody>
      </p:sp>
    </p:spTree>
    <p:extLst>
      <p:ext uri="{BB962C8B-B14F-4D97-AF65-F5344CB8AC3E}">
        <p14:creationId xmlns:p14="http://schemas.microsoft.com/office/powerpoint/2010/main" val="2192526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Learnings from the Project: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Private cloud and public cloud set-up in AWS and MOC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Configuring HDFS in cluster mode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Learned and worked on new technologies like Spark, Hadoop MapReduce, Twitter API.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Distributed jobs such as Spark streaming, Hadoop analytics job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Allowing data communication between private and public cloud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Use of SSL layer between private and public cloud to ship the </a:t>
            </a:r>
            <a:r>
              <a:rPr lang="en-US" sz="2400" dirty="0" smtClean="0"/>
              <a:t>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Understanding and using recursive folder structure to implement </a:t>
            </a:r>
            <a:r>
              <a:rPr lang="en-US" sz="2400" dirty="0" smtClean="0"/>
              <a:t>auto-scaling </a:t>
            </a:r>
            <a:r>
              <a:rPr lang="en-US" sz="2400" dirty="0"/>
              <a:t>as well as running complex analytical MapReduce </a:t>
            </a:r>
            <a:r>
              <a:rPr lang="en-US" sz="2400" dirty="0" smtClean="0"/>
              <a:t>job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Task tracking tool such as Trello</a:t>
            </a:r>
          </a:p>
        </p:txBody>
      </p:sp>
    </p:spTree>
    <p:extLst>
      <p:ext uri="{BB962C8B-B14F-4D97-AF65-F5344CB8AC3E}">
        <p14:creationId xmlns:p14="http://schemas.microsoft.com/office/powerpoint/2010/main" val="2368131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 Faced: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0000" y="1455313"/>
            <a:ext cx="10233800" cy="472165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Setting up </a:t>
            </a:r>
            <a:r>
              <a:rPr lang="en-US" sz="2400" dirty="0" smtClean="0"/>
              <a:t>AWS and MOC environment</a:t>
            </a:r>
            <a:endParaRPr lang="en-US" sz="2400" dirty="0"/>
          </a:p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dirty="0"/>
              <a:t>Packaging and deploying spark streaming application:</a:t>
            </a:r>
          </a:p>
          <a:p>
            <a:pPr lvl="1"/>
            <a:r>
              <a:rPr lang="en-US" sz="2000" dirty="0"/>
              <a:t>Created </a:t>
            </a:r>
            <a:r>
              <a:rPr lang="en-US" sz="2000" dirty="0" err="1"/>
              <a:t>build.sbt</a:t>
            </a:r>
            <a:r>
              <a:rPr lang="en-US" sz="2000" dirty="0"/>
              <a:t> to add </a:t>
            </a:r>
            <a:r>
              <a:rPr lang="en-US" sz="2000" dirty="0" smtClean="0"/>
              <a:t>dependent </a:t>
            </a:r>
            <a:r>
              <a:rPr lang="en-US" sz="2000" dirty="0"/>
              <a:t>jar files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dirty="0" smtClean="0"/>
              <a:t>Issues with </a:t>
            </a:r>
            <a:r>
              <a:rPr lang="en-US" sz="2000" dirty="0" err="1" smtClean="0"/>
              <a:t>sbt</a:t>
            </a:r>
            <a:r>
              <a:rPr lang="en-US" sz="2000" dirty="0" smtClean="0"/>
              <a:t> packaging which led to changing project structure to maven</a:t>
            </a:r>
            <a:endParaRPr lang="en-US" sz="2000" dirty="0"/>
          </a:p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dirty="0"/>
              <a:t>Filtering twitter feeds based on user configuration from live stream</a:t>
            </a:r>
            <a:r>
              <a:rPr lang="en-US" dirty="0" smtClean="0"/>
              <a:t>:</a:t>
            </a:r>
          </a:p>
          <a:p>
            <a:pPr lvl="1"/>
            <a:r>
              <a:rPr lang="en-US" sz="2000" dirty="0"/>
              <a:t>Used Java lambda functions to filter twitter Status object and then mapped the filter Status object Collection to retrieve twitter feed text.</a:t>
            </a:r>
          </a:p>
          <a:p>
            <a:pPr lvl="1"/>
            <a:r>
              <a:rPr lang="en-US" sz="2000" dirty="0"/>
              <a:t>Migrated to twiter4j library to the filter data based on language</a:t>
            </a:r>
          </a:p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dirty="0" smtClean="0"/>
              <a:t>Insufficient memory in private cloud lead to limitation on analytical job performance:</a:t>
            </a:r>
          </a:p>
          <a:p>
            <a:pPr lvl="1"/>
            <a:r>
              <a:rPr lang="en-US" sz="2100" dirty="0"/>
              <a:t>Upgrades the AWS machine memory from 1GB to </a:t>
            </a:r>
            <a:r>
              <a:rPr lang="en-US" sz="2100" dirty="0" smtClean="0"/>
              <a:t>8GB</a:t>
            </a:r>
            <a:endParaRPr lang="en-US" dirty="0" smtClean="0"/>
          </a:p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dirty="0" smtClean="0"/>
              <a:t>Analytical jobs on spark had poor performance:</a:t>
            </a:r>
          </a:p>
          <a:p>
            <a:pPr lvl="1"/>
            <a:r>
              <a:rPr lang="en-US" sz="2000" dirty="0" smtClean="0"/>
              <a:t>Converted spark analytical jobs to Hadoop MapReduce jobs.</a:t>
            </a: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156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Limitations: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Currently the hybrid service has been modelled to work for data from twitter based on provided tweet tags.</a:t>
            </a:r>
          </a:p>
          <a:p>
            <a:r>
              <a:rPr lang="en-US" sz="2400" dirty="0" smtClean="0"/>
              <a:t>Type of analytical job depends on the meta data provided by twitter.</a:t>
            </a:r>
          </a:p>
          <a:p>
            <a:r>
              <a:rPr lang="en-US" sz="2400" dirty="0" smtClean="0"/>
              <a:t>Communication security depends on Linux security layer.</a:t>
            </a:r>
          </a:p>
          <a:p>
            <a:r>
              <a:rPr lang="en-US" sz="2400" dirty="0" smtClean="0"/>
              <a:t>Makes an assumption that a VPN can be created between MOC (public) and AWS (private) cloud.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905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scope: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Extend the security layer between private and public cloud by implementing an VPN communication layer.</a:t>
            </a:r>
          </a:p>
          <a:p>
            <a:r>
              <a:rPr lang="en-US" sz="2400" dirty="0" smtClean="0"/>
              <a:t>Current data segregation method relies on preprocessed text inputs, extend the data segregation for generic data by preprocessing using a spark job.</a:t>
            </a:r>
          </a:p>
          <a:p>
            <a:r>
              <a:rPr lang="en-US" sz="2400" dirty="0" smtClean="0"/>
              <a:t>Extend auto-scaling to modify number of private and public cluster nodes based on requirement of analytical job.</a:t>
            </a:r>
          </a:p>
          <a:p>
            <a:r>
              <a:rPr lang="en-US" sz="2400" dirty="0" smtClean="0"/>
              <a:t>Provide cluster backup in case of any fatal issue with the cluster.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006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For the demo video and project code, please visit our </a:t>
            </a:r>
            <a:r>
              <a:rPr lang="en-US" dirty="0" err="1"/>
              <a:t>G</a:t>
            </a:r>
            <a:r>
              <a:rPr lang="en-US" dirty="0" err="1" smtClean="0"/>
              <a:t>ithub</a:t>
            </a:r>
            <a:r>
              <a:rPr lang="en-US" dirty="0" smtClean="0"/>
              <a:t> link.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err="1" smtClean="0"/>
              <a:t>Github</a:t>
            </a:r>
            <a:r>
              <a:rPr lang="en-US" sz="2400" dirty="0" smtClean="0"/>
              <a:t> Link </a:t>
            </a:r>
            <a:r>
              <a:rPr lang="en-US" sz="2400" dirty="0"/>
              <a:t>: </a:t>
            </a:r>
            <a:r>
              <a:rPr lang="en-US" sz="2400" dirty="0">
                <a:hlinkClick r:id="rId2"/>
              </a:rPr>
              <a:t>https://github.com/BU-NU-CLOUD-SP16/Hybrid-cloud-services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08629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559444"/>
            <a:ext cx="10515600" cy="3954948"/>
          </a:xfrm>
        </p:spPr>
        <p:txBody>
          <a:bodyPr>
            <a:normAutofit/>
          </a:bodyPr>
          <a:lstStyle/>
          <a:p>
            <a:pPr algn="ctr"/>
            <a:r>
              <a:rPr lang="en-US" sz="8800" dirty="0" smtClean="0"/>
              <a:t/>
            </a:r>
            <a:br>
              <a:rPr lang="en-US" sz="8800" dirty="0" smtClean="0"/>
            </a:br>
            <a:r>
              <a:rPr lang="en-US" sz="8800" dirty="0" smtClean="0"/>
              <a:t>Thank You</a:t>
            </a:r>
            <a:br>
              <a:rPr lang="en-US" sz="8800" dirty="0" smtClean="0"/>
            </a:b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2751280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1566</TotalTime>
  <Words>744</Words>
  <Application>Microsoft Macintosh PowerPoint</Application>
  <PresentationFormat>Widescreen</PresentationFormat>
  <Paragraphs>85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Corbel</vt:lpstr>
      <vt:lpstr>Wingdings</vt:lpstr>
      <vt:lpstr>Arial</vt:lpstr>
      <vt:lpstr>Depth</vt:lpstr>
      <vt:lpstr>HYBRID CLOUD SERVICES</vt:lpstr>
      <vt:lpstr>Project Overview</vt:lpstr>
      <vt:lpstr>Cluster Configuration:</vt:lpstr>
      <vt:lpstr>Trace back the path:</vt:lpstr>
      <vt:lpstr>Weightage of the tasks:</vt:lpstr>
      <vt:lpstr>Performance Results:</vt:lpstr>
      <vt:lpstr>Major Innovations:</vt:lpstr>
      <vt:lpstr>Learnings from the Project:</vt:lpstr>
      <vt:lpstr>Problems Faced:</vt:lpstr>
      <vt:lpstr>Limitations:</vt:lpstr>
      <vt:lpstr>Future scope:</vt:lpstr>
      <vt:lpstr>References</vt:lpstr>
      <vt:lpstr> Thank You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CLOUD SERVICE</dc:title>
  <dc:creator>vignesh skv</dc:creator>
  <cp:lastModifiedBy>Surekha Kishore Jadhwani</cp:lastModifiedBy>
  <cp:revision>154</cp:revision>
  <dcterms:created xsi:type="dcterms:W3CDTF">2016-02-09T01:54:18Z</dcterms:created>
  <dcterms:modified xsi:type="dcterms:W3CDTF">2016-04-26T15:40:37Z</dcterms:modified>
</cp:coreProperties>
</file>